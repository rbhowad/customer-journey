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Helping a Customer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how the Shory CX Dashboard helps agents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customer issues in real-time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Scene: Customer Calls CX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I tried to buy car insurance on your website but I'm not sure if my payment went through. Can you check?"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Agent: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"Of course! Can I have your Emirates ID please?"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784198284608357"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Smart 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types Emirates ID in the search bar and presses Enter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auto-detects it's an Emirates ID (15 digits starting with 7)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100 journeys loaded instantly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Policies Issued  |  44 With Quotes  |  13.6% Conversion Rate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journey card shows: Platform, Flow Type, Status Badge, CX Insight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Read CX Insight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started as a new policy flow on Web. Received 11 quotes (5 TPL, 6 Comprehensive) from 11 valid offers. Price range: AED 1,050 to AED 7,350. Payment captured AED 1,050 via Credit Card (TelrUAETPL). Policy issued — TPL policy from AlAinAhlia (Policy #P/2026/T10/1011000144).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Agent can instantly tell the customer: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payment of AED 1,050 was successfully captured and your TPL policy from AlAinAhlia has been issued. Your policy number is P/2026/T10/1011000144."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Expand Journey 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69848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69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Started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Apr, 11:09:14 am — Web, Plate 76378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09928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09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Customer Details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Apr, 11:09:17 am — Both cached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5000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50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Request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60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Apr, 11:09:20 am — Ref: R7Z8S0R3, AED 88,800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90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Quotes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offers, 3 shown + "Show 8 more". Purchased: AlAinAhlia TPL AED 1,050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30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840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Apr, 11:09:59 am — Captured AED 1,050, Visa via TelrUAETPL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70248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70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Apr, 11:09:44 am — Issued #P/2026/T10/1011000144, AlAinAhlia TPL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CX agent resolved the customer's query in under 30 seconds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database access or developer involvement.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31089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Queries Needed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31089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Required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Shory CX Dashboard - Demo Walkthrough</dc:title>
  <dc:subject>PptxGenJS Presentation</dc:subject>
  <dc:creator>Shory Team</dc:creator>
  <cp:lastModifiedBy>Shory Team</cp:lastModifiedBy>
  <cp:revision>1</cp:revision>
  <dcterms:created xsi:type="dcterms:W3CDTF">2026-04-03T11:50:11Z</dcterms:created>
  <dcterms:modified xsi:type="dcterms:W3CDTF">2026-04-03T11:50:11Z</dcterms:modified>
</cp:coreProperties>
</file>